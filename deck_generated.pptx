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1A1AA"/>
                </a:solidFill>
              </a:rPr>
              <a:t>OpenVPP Challenge · Software For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EVs are underused grid + inference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084FC"/>
                </a:solidFill>
              </a:rPr>
              <a:t>One battery · three revenue streams · mobility never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Every EV carries ~100 kWh of storage and sits idle 18–22 h per day.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Arizona: ~10 major grid stress events per year; summer peaks stress AC load.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Parked EVs can also host distributed inference — a second value stream.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Core problem: allocate the same ~30–50 kWh of flexible energy across mobility, V2G, and inference — under uncertainty — without breaking trips.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1A1AA"/>
                </a:solidFill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One orchestrator, three markets, every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Per-vehicle rolling-horizon stochastic MILP — 24 h look-ahead, 1 h commit.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Mobility enters as a dual price (λ $/h), not a hard constraint — the optimizer trades off lost trips against revenue and usually finds it's not worth it. Reliability emerges; it isn't hand-coded.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Three-way co-optimization of charge · V2G · inference, against 5 joint scenarios drawn from seasonal event, LMP, and demand forecasters.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Same solver for private and fleet-managed vehicles — parameters (λ, driving pattern) differ per-vehicle; the logic does not.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No vehicle-to-vehicle coupling → N-way parallel. Fleet scale = N × per-vehicle cost / cores. Brief's 'thousands of vehicles' is a cluster config, not an architecture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1A1AA"/>
                </a:solidFill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Stochastic MILP on seeded synthetic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Signals: fleet, trips, LMP, grid events, inference demand — all parameter-calibrated from the challenge brief + ADOT, MAG, Argonne, ERCOT/CAISO sources.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Forecasters: seasonal Bernoulli for grid events; AR(1) for LMP; Poisson for inference sessions.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MILP: PuLP + CBC. ~200 variables, ~800 constraints per vehicle-day.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Rolling horizon: replay the year hour-by-hour, solve a fresh 24 h LP every step, commit only t=0.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5 baselines: passive · smart-charge · V2G-only · greedy · stochastic.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Sensitivity analysis: revenue vs. inference-price multiplier, 0× → 2×.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Streamlit dashboard: live fleet map · event simulator · economics · baseline comparison. Reproducible from one command.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</a:rPr>
              <a:t>•  Transparent assumptions: every derived parameter flagged + cited in `docs/assumptions.md`.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1A1AA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084FC"/>
                </a:solidFill>
              </a:rPr>
              <a:t>+$1,996 / vehicle / year · 100.0% mobility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ADE80"/>
                </a:solidFill>
              </a:rPr>
              <a:t>+195% above V2G-only · brief bands met across the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Event-window V2G: ~$83/yr (brief band $20–150 · in range).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Inference revenue: $1,986/yr (brief band $750–3,000 · in range).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Peak-arbitrage V2G: ~$2,782/yr — bonus value the brief didn't explicitly price but the optimizer found.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Private vehicles: $2,122/yr · Fleet-managed: $1,700/yr. Same model handles both without per-segment tuning.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Defensive proof: at 0× inference price, stochastic co-opt still beats V2G-only and smart-charge. Not a one-bet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1A1AA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From brief-compliant prototype to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Real data: swap synthetic LMP / event traces for EIA-930 + utility TOU schedules; swap synthetic trips for anonymized telematics.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Chance-constrained mobility: promote reliability from a soft penalty to a probabilistic guarantee (e.g., P[miss] ≤ 1% per driver).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OpenVPP integration: expose the per-vehicle decision as a settlement API; stream decisions on a 5-min cadence instead of hourly.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Fleet scale-out: horizontal scaling across cores / nodes; 10k vehicles in &lt; 1 h for daily re-plan.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•  Driver UX: an override dial so owners can trade earnings for slack (e.g., 'leave 80 kWh tonight, I'm going camping').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