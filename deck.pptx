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</a:rPr>
              <a:t>One battery, three revenue streams — siloed today.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</a:rPr>
              <a:t>Every EV has ~100 kWh of battery, idle 18–22 h/day. Arizona grid is stressed. AI wants distributed compute.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/>
            </a:r>
          </a:p>
          <a:p>
            <a:pPr/>
            <a:r>
              <a:rPr sz="1800" b="1">
                <a:solidFill>
                  <a:srgbClr val="1F2937"/>
                </a:solidFill>
              </a:rPr>
              <a:t>• Mobility: 25–40 kWh/day needed. Non-negotiable.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• V2G: ~10 grid stress events/year, $20–150 revenue.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• Inference: 150–250 participation days, $400–2,000 net.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• </a:t>
            </a:r>
          </a:p>
          <a:p>
            <a:pPr/>
            <a:r>
              <a:rPr sz="1800" b="1">
                <a:solidFill>
                  <a:srgbClr val="DC2626"/>
                </a:solidFill>
              </a:rPr>
              <a:t>• No platform today co-optimizes all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Challenge-stated flexible capacity per vehicle: 30–50 kWh
Arizona events: 6 summer afternoons + 4 winter mornings
Peak LMP during events: $0.20–$0.50/kWh
Inference revenue: $0.20–$0.60/kWh-equivalent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</a:rPr>
              <a:t>One orchestrator. Four actions. Mobility risk priced, not walled.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/>
            </a:r>
          </a:p>
          <a:p>
            <a:pPr/>
            <a:r>
              <a:rPr sz="1800" b="1">
                <a:solidFill>
                  <a:srgbClr val="1F2937"/>
                </a:solidFill>
              </a:rPr>
              <a:t>• Actions per vehicle per hour: charge · discharge (V2G) · run inference · idle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Mobility-miss penalty λ = $50/hour. The optimizer weighs missed-trip cost against grid/inference revenue instead of using a hard SoC wall.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Rolling-horizon stochastic MILP: 24h horizon, hourly resolution, scenario-based.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Three forecasters feed probabilistic scenarios: grid events, LMP, inference demand.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Per-vehicle solves in parallel — architecture scales linearly to fleet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</a:rPr>
              <a:t>The math — stochastic MILP with priced mobility risk.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</a:rPr>
              <a:t>max    E_s [ Σ_t   LMP·discharge  −  LMP·charge  +  r_inf·P_inf·infer  −  (λ/reserve)·shortfall ]
s.t.   SoC[t+1,s] = SoC[t,s] + η_c·charge − (1/η_d)·discharge − P_inf·infer − trip_kwh
       SoC ∈ [0, capacity]
       charge, discharge, infer = 0  when vehicle not at home
       infer ≤ demand_available
       non-anticipativity:  charge[0,s] = charge[0,0]   ∀s   (same for discharge, infer)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</a:rPr>
              <a:t>The λ term is the differentiator. Most V2G platforms use a hard SoC floor — which either over-reserves (leaving money on the table) or under-reserves (risking mobility). Pricing the miss lets the optimizer find the economic frontier.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</a:rPr>
              <a:t>Results — stochastic co-opt beats every baseline on revenue.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</a:rPr>
              <a:t>1-year backtest on a 100-vehicle synthetic Phoenix fleet.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/>
            </a:r>
          </a:p>
          <a:p>
            <a:pPr/>
            <a:r>
              <a:rPr sz="2000" b="1">
                <a:solidFill>
                  <a:srgbClr val="DC2626"/>
                </a:solidFill>
              </a:rPr>
              <a:t>• Stochastic co-opt:  $1,996/veh/yr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• Greedy baseline:  $-548  (+464% headroom)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• V2G-only:  $677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• Passive (dumb charge):  $-1,373</a:t>
            </a:r>
          </a:p>
          <a:p>
            <a:pPr/>
            <a:r>
              <a:rPr sz="1800" b="1">
                <a:solidFill>
                  <a:srgbClr val="1F2937"/>
                </a:solidFill>
              </a:rPr>
              <a:t>• Mobility reliability:  100.0% of hours</a:t>
            </a:r>
          </a:p>
        </p:txBody>
      </p:sp>
      <p:pic>
        <p:nvPicPr>
          <p:cNvPr id="5" name="Picture 4" descr="backte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76072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937"/>
                </a:solidFill>
              </a:rPr>
              <a:t>Roadmap — from simulator to pilot to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/>
            </a:r>
          </a:p>
          <a:p>
            <a:pPr/>
            <a:r>
              <a:rPr sz="1700" b="1">
                <a:solidFill>
                  <a:srgbClr val="1F2937"/>
                </a:solidFill>
              </a:rPr>
              <a:t>• Weeks 0–4: integrate with OpenVPP's DER orchestration layer — real LMP feed, driver-app opt-in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Weeks 4–12: 20-vehicle Phoenix pilot — APS TOU rate, real V2G-capable home chargers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Quarter 2: add ancillary services (frequency regulation, voltage support) — short-horizon revenue stacks on top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• Quarter 3: EV-fleet operator SDK — dispatch API for rideshare, delivery, municipal fleets</a:t>
            </a:r>
          </a:p>
          <a:p>
            <a:pPr/>
            <a:r>
              <a:rPr sz="1700" b="1">
                <a:solidFill>
                  <a:srgbClr val="DC2626"/>
                </a:solidFill>
              </a:rPr>
              <a:t>• Defensive: sensitivity slider in the dashboard. At $0 inference revenue, we're still a smart-charging + V2G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